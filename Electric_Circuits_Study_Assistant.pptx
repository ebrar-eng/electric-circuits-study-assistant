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74320"/>
            <a:ext cx="0" cy="274320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274320"/>
            <a:ext cx="0" cy="274320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274320"/>
            <a:ext cx="0" cy="274320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0" y="274320"/>
            <a:ext cx="0" cy="274320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274320"/>
            <a:ext cx="0" cy="274320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74320"/>
            <a:ext cx="0" cy="274320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74320"/>
            <a:ext cx="3840480" cy="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005840"/>
            <a:ext cx="3840480" cy="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737360"/>
            <a:ext cx="3840480" cy="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468880"/>
            <a:ext cx="3840480" cy="0"/>
          </a:xfrm>
          <a:prstGeom prst="line">
            <a:avLst/>
          </a:prstGeom>
          <a:noFill/>
          <a:ln w="12700">
            <a:solidFill>
              <a:srgbClr val="1F33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CIRCUITS STUDY ASSISTANT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 RAG assistant for Nilsson &amp; Riedel's Electric Circuits, 10th Ed.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Microsoft Foundry Local  ·  Summer Program: Local RAG with Foundry Local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Ebrar Terzi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 Study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Circuit-theory textbooks are dense and hard to search. Students need quick, trustworthy answers while studying — without an internet connection, and without an AI that quietly makes things up.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520440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by design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177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on-device via Foundry Local — zero network calls, zero cloud dependency.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24612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3520440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one source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6177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traces back to Electric Circuits, 10th Ed. — not the model's general training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24612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3520440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limits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6177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book doesn't cover something, the assistant says so instead of guessing.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1887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62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for: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171907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circuit-theory students who want to ask their textbook a question the way they'd ask a TA — and trust the answer.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 Study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Retrieve → Augment → Generate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4540" y="123444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345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embedded and compared against 4,621 chunks of the textbook using cosine similarity.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83580" y="1234440"/>
            <a:ext cx="640080" cy="64008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835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chunks scoring above a relevance threshold (0.45) are added to the prompt as context.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138160" y="155448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32620" y="123444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326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 answers using only that context — and is instructed to say "I don't know" rather than guess.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16233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892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9379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answers in a retrieved source — instead of the model's general training data — reduces hallucination and makes every answer traceable back to the textbook.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 Study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Book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(Nilsson &amp; Riedel)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41732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32888" y="14173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F33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78608" y="1417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(ingest.py)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24528" y="141732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25696" y="14173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623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71416" y="1417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(qwen3-embedding-0.6b)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17336" y="141732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18504" y="14173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F33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64224" y="1417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(knowledge_base.db)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10144" y="141732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11312" y="14173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623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57032" y="1417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(cosine similarity)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902952" y="141732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04120" y="14173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49840" y="1417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 answer)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front ends, same pipeline: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310896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364992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32735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(main.py)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36118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Q&amp;A loop with a --debug flag that prints retrieval scores and full context per question.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310896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3364992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2735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UI (app.py)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6118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interface with the same debug info available as a per-answer, collapsible panel.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800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4,621 chunks indexed  ·  MIN_SCORE = 0.45  ·  MAX_ANSWER_TOKENS = 500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 Study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394960" y="9144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98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two very different — and both correct — behaviors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3657600"/>
            <a:ext cx="4572000" cy="2377440"/>
          </a:xfrm>
          <a:prstGeom prst="roundRect">
            <a:avLst>
              <a:gd name="adj" fmla="val 4615"/>
            </a:avLst>
          </a:prstGeom>
          <a:solidFill>
            <a:srgbClr val="1F3357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393192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617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Kirchhoff’s voltage law?”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5166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the book's exact definition and cites the source.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3657600"/>
            <a:ext cx="4572000" cy="2377440"/>
          </a:xfrm>
          <a:prstGeom prst="roundRect">
            <a:avLst>
              <a:gd name="adj" fmla="val 4615"/>
            </a:avLst>
          </a:prstGeom>
          <a:solidFill>
            <a:srgbClr val="1F33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3931920"/>
            <a:ext cx="502920" cy="502920"/>
          </a:xfrm>
          <a:prstGeom prst="ellipse">
            <a:avLst/>
          </a:prstGeom>
          <a:solidFill>
            <a:srgbClr val="C059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617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capital of France?”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5166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— “I don’t have information about that in the knowledge base.”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 Study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query, its expected behavior, and a pass/fail verdict — documented in TESTING.md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01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98424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queries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categories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801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98424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grounded,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caveats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1801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198424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test categories: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3FA7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Answerable (in-scope)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54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Ohm’s law?”, “Thevenin equations?”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0" y="39319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C059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Unanswerable (out-of-scope)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754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capital of France?”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39319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6760" y="4114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/ partial coverage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754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electricity work?”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“Flagged for review” = correct math/reasoning, but a minor citation or inference issue — not a wrong answer.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 Study Assistant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789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91640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6276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Small-model compliance is probabilistic, not guaranteed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14884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strict system prompt (“answer only from context”), phi-3.5-mini sometimes answered from its own training data anyway. Switching to phi-4-mini measurably reduced this — but didn't eliminate it. The only reliable check turned out to be manual: a --debug mode that prints the exact context sent to the model, so every answer can be verified line-by-line against what the model actually saw.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789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4114800"/>
            <a:ext cx="594360" cy="5943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0507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models don't cross languages for free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57200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retrieved successfully in English but scored below the relevance threshold in Turkish — the embedding model doesn't reliably match Turkish queries against English book content. Retrieval quality, not just answer quality, needs to be tested in every language users will actually type in.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18872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235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 Study Assistant — offline, grounded, and honest about what it doesn't know.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66360" y="3977640"/>
            <a:ext cx="1828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251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Ebrar Terzi  ·  Local RAG with Foundry Local — Summer Program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2026-09-12T15:00:41Z</dcterms:created>
  <dcterms:modified xsi:type="dcterms:W3CDTF">2026-09-12T15:00:41Z</dcterms:modified>
</cp:coreProperties>
</file>